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72865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DEVPILOT SRE PLATFORM • EXPOSICIÓN DEL 30%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Arquitectura y Quality Gate de la Etapa de Build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Automatización en la Nube con GitHub Actions, Compiladores AST y Verificación de Software Puro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728655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8FAFC"/>
                </a:solidFill>
              </a:defRPr>
            </a:pPr>
            <a:r>
              <a:t>• Enfoque Técnico Obligatorio: Cero teoría abstracta. Demostración 100% de herramientas prácticas.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Herramientas Evaluadas: GitHub Actions (CI en Nube), py_compile y node --check (Compiladores AST locales).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Calidad de Build: Script oficial verify-build.ps1 con 37 comprobaciones superadas (0 fallos).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Microservicios Nativos: Demostración de Orders y Users como software puro (Validador + Endpoints + Runner).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FLUJO DE INTEGRACIÓN CONTINUA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El Pipeline de Build Automatizado (Quality Gate en 4 Fases)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Fase 1 &amp; 2: Linting y Aislamiento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Fase 1: Análisis Estático y AST Linting de todo el backend Python y servidor Node.js.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Validación sintáctica en memoria de los 14 módulos frontend JavaScript del patrón MVVM.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Fase 2: Auditoría de Manifiestos de Exclusión (.dockerignore) para evitar fugas de contexto.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Verificación estricta de credenciales secretas protegidas (.env).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Fase 3 &amp; 4: Pruebas y Aprobación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Fase 3: Ejecución de 12 pruebas unitarias Pytest (Auth JWT, TOTP, SQLite ACID y Contratos).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5 pruebas unitarias nativas con Node:Test Runner para microservicio Users.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Fase 4: Verificación de sintaxis de infraestructura y contratos de servicio.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Quality Gate Aprobado: 37/37 verificaciones superadas garantizando entrega confiable.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HERRAMIENTA 1 DE BUILD: CI EN LA NUBE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GitHub Actions — Orquestador de Integración Continua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1. Instalación y Configuración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Instalación: No requiere infraestructura física; corre sobre GitHub-hosted Runners (Ubuntu Latest).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Configuración: Archivo declarativo .github/workflows/build-validation.yml.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Disparadores (Triggers): Eventos push y pull_request en ramas main, master y develop.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Entornos: Configuración de setup-python@v5 (Python 3.11) y setup-node@v4 (Node.js 20).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2. Aplicación y Verificación en Vivo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Job 1: lint-and-syntax compila todos los scripts Python y valida el AST de JavaScript.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Job 2: unit-and-contract-tests instala dependencias y corre Pytest y Node:Test.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Job 3: docker-build valida la construcción de artefactos sin fallos.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Principio Fail-Fast: Si un archivo tiene un error sintáctico, el pipeline bloquea el commit en segundos.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EVIDENCIA: Pestaña 'Actions' de GitHub mostrando el workflow completado en verde.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HERRAMIENTA 2 DE BUILD: COMPILADORES LOCALES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Compiladores Sintácticos AST (py_compile &amp; node --check)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Python AST Compiler (py_compile)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Propósito: Compila el código fuente a bytecode binario .pyc validando la gramática abstracta.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Cómo se ejecuta: py -m py_compile devpilot_core/*.py microservices/*/*.py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Ventaja técnica: Detección instantánea de errores tipográficos, imports corruptos o fallos de indentación sin arrancar el servidor.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Archivos auditados: 10 scripts Python críticos (Core, Orders, Products, Payments y Validadores).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Node.js Syntax Checker (node --check)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Propósito: Analizador del motor V8 que parsea scripts JavaScript verificando sintaxis sin ejecutarlos.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Cómo se ejecuta: node --check microservices/users/server.js microservices/users/validator.js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Frontend MVVM: Valida en batch los 14 archivos JavaScript de models/, controllers/, views/ y js/.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Cero dependencias: Validación en tiempo cero sin instalar linters externos pesados.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MICROSERVICIO 1 COMO SOFTWARE PURO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Microservicio de Órdenes (Python FastAPI) — 3 Partes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1. El Validador (validator.py)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Ubicación: microservices/orders/validator.py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Tecnología: Pydantic v2 (CreateOrderSchema, OrderItemSchema, DelayRequestSchema).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Reglas de negocio: Rechaza cantidades &lt;= 0, precios negativos y productos duplicados.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Autoverificación en vivo: py validator.py muestra [PASS] aceptando válidos y rechazando inválidos.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2. Endpoints y Microservicio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Ubicación: microservices/orders/main.py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Endpoints: GET /health, GET /orders, POST /orders, GET /metrics y /fault/*.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Ejecución Nativa: Bloque if __name__ == '__main__': uvicorn.run('main:app', port=3003).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Verificación en vivo: py main.py arranca directamente en http://127.0.0.1:3003 sin Docker.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MICROSERVICIO 2 COMO SOFTWARE PURO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Microservicio de Usuarios (Node.js Express) — 3 Partes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1. El Validador (validator.js)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Ubicación: microservices/users/validator.js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Reglas estrictas: Expresión regular RFC 5322 para correos válidos, nombres &gt;= 2 caracteres y roles válidos.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Middleware Express: userValidationMiddleware intercepta peticiones rechazando datos corruptos con HTTP 400.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Autoverificación en vivo: node validator.js verifica esquemas y muestra [PASS].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2. Endpoints y Microservicio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Ubicación: microservices/users/server.js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Endpoints: GET /health, GET /users, POST /users, DELETE /users/:id y /fault/delay.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Ejecución Nativa: node server.js arranca el servidor Express directamente en el puerto 3001.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Verificación en vivo: curl http://localhost:3001/health responde { status: 'UP' 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HERRAMIENTA 3 DE BUILD: QUALITY GATE LOCAL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Script Oficial de Verificación (verify-build.ps1)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Estructura del Script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Propósito: Orquestar el Quality Gate local de 37 verificaciones con un solo comando.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Compilación Python AST (10 módulos) y Node.js V8 (16 módulos).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Auditoría de dependencias y contextos de construcción (.dockerignore).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Ejecución automática de suites Pytest y Node:Test.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Validación de esquemas de infraestructura y topología de 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Salida y Evidencia Oficial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Comando de ejecución: .\verify-build.ps1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Total de Pruebas: 37 | Aprobadas: 37 | Fallos: 0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ESTADO FINAL: [OK] BUILD EXITOSO (El proyecto cumple con el Quality Gate)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El software está certificado y listo para pasar a la etapa de empaquetado y despliegue.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EVIDENCIA: Captura de pantalla de la terminal con las 37 líneas verdes.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CONCLUSIONES Y CALIDAD DE SOFTWARE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Resumen de la Etapa de Build y Lecciones Aprendidas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Garantías del Quality Gate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Cero Errores en Runtime: El análisis estático AST previene caídas por sintaxis antes de despliegue.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Contratos de API Blindados: Los validadores rechazan anomalías en el límite de entrada.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Seguridad Auditada: Criptografía JWT HMAC-SHA256 y TOTP verificadas matemáticamente.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Reproducibilidad Total: El build compila igual en local (Windows/Linux) y en CI (GitHub).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Demostración en Vivo Lista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Ejecución de .\verify-build.ps1 ante el jurado/docente.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Prueba de validadores standalone: py validator.py y node validator.js.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Arranque de los microservicios como software nativo con .\start-local.ps1.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Comprobación de endpoints en vivo con curl o navegador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