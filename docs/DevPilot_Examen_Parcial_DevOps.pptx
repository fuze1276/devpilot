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72865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DEVPILOT SRE PLATFORM • EXAMEN PARCIAL DEVOPS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Ciclo de Vida DevOps Integral: De la Prueba a la Observabilidad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Sustentación Técnica de las 5 Etapas Evaluadas: Test, Release, Deploy, Operate y Monitor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728655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8FAFC"/>
                </a:solidFill>
              </a:defRPr>
            </a:pPr>
            <a:r>
              <a:t>• Reglas del Parcial: Ni Plan ni Code ni Build se evalúan en esta sesión.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Cobertura Total: Las 5 etapas evaluadas están 100% implementadas con herramientas reales.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Estrategia de Mesa: Demostración en vivo de comandos, configuración y funcionamiento inmediato.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Stack Tecnológico: Pytest, Docker Buildx, Docker Compose, Docker SDK, TOTP RFC 6238 y DevPilot Core.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MAPA GENERAL DEL PARCIAL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Matriz de Herramientas del Ciclo de Vida DevOps Evaluado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Etapas 1, 2 y 3: Construcción y Entrega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TEST: Pytest (Python 12 tests) + Node:Test Runner (Node.js 5 tests). Pruebas unitarias y de contrato.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RELEASE / PACKAGE: Docker Buildx y Versionado Semántico (v1.0.0). Imágenes inmutables multicapa.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DEPLOY: Docker Compose orquestando 5 contenedores sobre red bridge aislada devpilot_net.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Etapas 4 y 5: Operación y Resiliencia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OPERATE: Docker Engine SDK (docker_manager.py) con Step-Up TOTP (RFC 6238) y auditoría forense.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MONITOR: DevPilot Core Engine (monitor.py) con sondeo cada 5s, SLAs y Chaos Studio.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Cero Imprevistos: Cualquier etapa que pregunte el docente se demuestra en menos de 1 minuto.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ETAPA 1 DEL PARCIAL: TEST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Pruebas Automatizadas Unitarias y de Contrato (Pytest &amp; Node)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Configuración y Pruebas Backend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Framework: Pytest con plugin Starlette TestClient para simulación HTTP en memoria.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test_auth_and_security.py: Pruebas de tokens JWT HS256, expiración, tampering y códigos TOTP.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test_database.py: Inicialización de esquemas SQLite ACID, transacciones y bitácora forense.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test_microservices_contracts.py: Validación de contratos /health y catálogos de negocio.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Demostración en Vivo ante el Docente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Comando Pytest: py -m pytest tests/ -v (Muestra 12 pruebas PASSED en &lt; 1 segundo).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Comando Node.js: cd microservices/users ; npm test (Muestra 5 pruebas nativas PASSED).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Contratos de Caos: Valida que los endpoints /fault/delay y /fault/reset respondan nominalmente.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EVIDENCIA: Terminal con el reporte detallado de 17 pruebas unitarias superadas.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ETAPA 2 DEL PARCIAL: RELEASE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Empaquetado y Versionado Semántico (Docker Buildx)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Estrategia de Empaquetado Inmutable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Herramienta: Docker Buildx generando artefactos reproducibles a partir de Dockerfiles.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Optimización Multicapa: Imágenes base ligeras (python:3.11-slim y node:20-alpine).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Caché Eficiente: Copia de requirements.txt / package.json antes del código fuente.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Aislamiento Estricto: Manifiestos .dockerignore eliminan dependencias locales infladas.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Demostración en Vivo ante el Docente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Comando de Build: docker compose build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Comando de Inspección: docker images | Select-String 'devpilot'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Versionado Semántico: Artefactos etiquetados formalmente con versión v1.0.0.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EVIDENCIA: Listado de imágenes Docker inmutables listas para despliegue en staging o producción.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ETAPA 3 DEL PARCIAL: DEPLOY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Despliegue y Orquestación de Microservicios (Docker Compose)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Topología de Infraestructura declarativa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Manifiesto: docker-compose.yml estándar de Compose Specification.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Servicios Orquestados (5): devpilot_core (:8000), users (:3001), products (:3002), orders (:3003), payments (:3004).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Red Aislada: devpilot_net (Bridge driver) con resolución DNS automática por nombre de servicio.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Persistencia de Datos: Volumen nombrado devpilot_data para la base de datos devpilot.db.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Healthchecks Nativos: Directivas healthcheck garantizan secuencia de encendido controlada.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Demostración en Vivo ante el Docente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Comando de Despliegue: docker compose up -d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Comando de Verificación: docker compose ps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Salida esperada: Los 5 contenedores en estado Up (healthy) con sus puertos expuestos.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EVIDENCIA: Terminal con el estado de los contenedores y acceso inmediato en navegador a http://localhost:8000.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ETAPA 4 DEL PARCIAL: OPERATE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Operación, Resiliencia y Step-Up Auth TOTP (Docker SDK)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Módulo docker_manager.py y Seguridad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Docker Engine SDK: Comunicación directa con el socket /var/run/docker.sock.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Auto-Recovery: Reinicio programático de contenedores ante anomalías o caídas.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Auto-Discovery: Función discover_candidate_services() escanea la red e incorpora nuevos servicios en caliente (ej: payments).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Seguridad Operacional: Step-Up Authentication con TOTP (RFC 6238) para acciones destructivas.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Demostración en Vivo ante el Docente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1. En el Dashboard web (http://localhost:8000), solicitar reinicio de contenedor.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2. El sistema bloquea la acción y exige código TOTP de 6 dígitos (Demo: JBSWY3DPEHPK3PXP).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3. Una vez validado, Docker Engine ejecuta el reinicio en caliente.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4. En la pestaña 'Auditoría Forense', mostrar el registro inmutable con usuario, fecha, método y resultado.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EVIDENCIA: Modal TOTP y bitácora de auditoría en SQLite.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ETAPA 5 DEL PARCIAL: MONITOR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Monitoreo Continuo, SLAs y Chaos Testing (DevPilot Engine)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Motor de Observabilidad (monitor.py)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Sondeo Asíncrono: Consulta concurrente cada 5 segundos al endpoint /health de cada microservicio.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Métricas Clave: Latencia RTT media, tasa de errores HTTP 5xx y cumplimiento de SLAs (%).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Frontend SPA MVVM: Gráficas de series temporales en vivo con Chart.js en http://localhost:8000.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Copiloto SRE con IA: Análisis de causa raíz (RCA) automático ante anomalías detectadas.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Demostración en Vivo con Chaos Studio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1. Abrir http://localhost:8000 mostrando tarjetas en verde (HEALTHY).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2. Ir a Chaos Studio, seleccionar el servicio 'orders' e inyectar 2500 ms de latencia o 50% de error.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3. En menos de 5 segundos la tarjeta cambia a rojo/ámbar y se genera un incidente automático.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4. Pulsar 'Reset Fallos' y ver cómo el monitor auto-recupera el semáforo verde.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EVIDENCIA: Dashboard alterándose en tiempo real ante la inyección de fallos.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RESUMEN DE SUSTENTACIÓN EN MESA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Acordeón Rápido de Comandos para el Parcial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Si el docente te pregunta...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TEST ➔ 'Implementamos Pytest y Node:Test para contratos y criptografía'.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RELEASE ➔ 'Usamos Docker Buildx para imágenes multicapa inmutables v1.0.0'.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DEPLOY ➔ 'Usamos Docker Compose con red bridge aislada devpilot_net y volúmenes'.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OPERATE ➔ 'Usamos Docker SDK con aprobación TOTP RFC 6238 y auditoría forense'.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MONITOR ➔ 'Usamos DevPilot Core con sondeo asíncrono cada 5s y Chaos Studio'.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Comando Rápido a Ejecutar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TEST ➔ py -m pytest tests/ -v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RELEASE ➔ docker compose build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DEPLOY ➔ docker compose up -d &amp;&amp; docker compose ps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OPERATE ➔ http://localhost:8000 (Modal TOTP y Auditoría)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MONITOR ➔ http://localhost:8000 (Chaos Studio inyectando fallos)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